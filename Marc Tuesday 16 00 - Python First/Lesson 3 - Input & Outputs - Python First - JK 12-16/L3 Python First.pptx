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3ED5A3-DF80-47DE-9B53-F38E5EF0AD40}">
          <p14:sldIdLst>
            <p14:sldId id="256"/>
          </p14:sldIdLst>
        </p14:section>
        <p14:section name="Comparison Operator Syntax" id="{FDF1F8AB-B52C-4246-BF44-44F592461FFC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9"/>
            <p14:sldId id="270"/>
            <p14:sldId id="271"/>
            <p14:sldId id="272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FC27-03E1-4EC8-9D68-ED946FDE3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E8957-B491-44E3-A683-66AC9BF39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3A3E0-7E9B-4033-B56D-53636A696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A1EE-A20D-436A-BB14-E3A0F17DE267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FCA9-0AFF-482F-B119-ADCE8555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AADA6-EDD9-48FB-8A95-8F0DCE3F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A5DC-3393-4CFE-B015-646915DC41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75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C660-2720-4166-971A-910A86C76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05381-A31C-421B-8C1B-76B68E260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76E9-A973-48D1-B15E-AD65A47AD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A1EE-A20D-436A-BB14-E3A0F17DE267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2812A-5926-4BB3-B2D5-690B667F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34343-5DCD-48C6-9038-3023FFC1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A5DC-3393-4CFE-B015-646915DC41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63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4CEA-BCF8-40DF-9E67-7D93A0E1F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E8E24-626D-48E3-B06D-E185BE645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6A24D-2F68-4D56-BB09-393820E14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A1EE-A20D-436A-BB14-E3A0F17DE267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ACAF4-8604-4B21-B751-032FAEB10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5BBCB-554E-46F5-BCD1-15353B66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A5DC-3393-4CFE-B015-646915DC41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460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1FD31-1585-437B-8804-76CBE18F7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41B1E-AFA4-40A8-92D4-E6B19FC35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7C73A-1D69-4DDC-87D4-ACE991136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79905-A090-4103-A74E-0EE31FCC0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A1EE-A20D-436A-BB14-E3A0F17DE267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BCCD2-469F-4B75-B4F7-E15FB0A62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64FA6-A10D-464A-B755-8365CFF3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A5DC-3393-4CFE-B015-646915DC41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18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FAE6-620B-4843-A37C-F763D105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0612D-DF44-4FA9-994B-8FB310A0A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AC2F2-1C8B-4B0F-88FF-A3EA4B0EB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1DC3C-3160-4770-BABE-3EA384B60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A633B-D31D-4586-A62A-7180BA5BC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F556D1-F00E-4AB3-AA59-BE15B9F90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A1EE-A20D-436A-BB14-E3A0F17DE267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344B68-C1A2-4CBB-B13E-49D4FC8C7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164151-0490-443D-BF99-2F4048879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A5DC-3393-4CFE-B015-646915DC41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363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B128F-E0F0-4C44-AEC7-444A177D5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5179ED-619B-4943-9C92-F046B36F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A1EE-A20D-436A-BB14-E3A0F17DE267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28738-CCC9-4E5F-8CA0-65488430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50B7C-CCDB-4E73-A865-ED25C1338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A5DC-3393-4CFE-B015-646915DC41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12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7ABB98-8358-4863-A5C4-4B254C55F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A1EE-A20D-436A-BB14-E3A0F17DE267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F0137A-2B35-4825-A414-E78143514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C9B52-FF99-4EA0-A770-FAA348107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A5DC-3393-4CFE-B015-646915DC41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657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62BB4-7C0F-4227-B3C2-38673C90C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F4751-4D7D-4B7F-AC88-3634ED6DB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F5C93-E5B8-464B-BA58-02BC3623B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D2D03-2808-4106-A214-F786FCC7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A1EE-A20D-436A-BB14-E3A0F17DE267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ACD50-3C63-49E2-BBA5-6A5FAC1FD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B619E-D036-4CDA-BAE2-BDC022FE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A5DC-3393-4CFE-B015-646915DC41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731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0AB3E-3305-47E3-9F44-2705D9E04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30BCE7-32ED-4063-A6EA-E907B6D94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2B629-0CF1-462B-83FF-792CAC8D6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97CE1-16D9-4C4A-8D89-086BF7886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A1EE-A20D-436A-BB14-E3A0F17DE267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0F3FA-02EB-4EDF-9D38-A2D5CCCD4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F4C2B-9A0A-4BE0-A41A-2D7C8ADC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A5DC-3393-4CFE-B015-646915DC41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09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E36B4-10E0-4CA3-A621-B7EF52C7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B79A8-4F98-4D96-B85F-7F5D0C706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7A957-26ED-49F0-86BD-634B8C81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A1EE-A20D-436A-BB14-E3A0F17DE267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A48A1-E168-44EF-855A-3A78E70A5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7560C-0C30-48CD-BC2E-09B39803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A5DC-3393-4CFE-B015-646915DC41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00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C277B6-9161-4FCE-9834-AECA1EA1C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71600-B61A-40CB-9FDC-D52DBD5A6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B5188-97FF-4B28-996F-506A9663E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A1EE-A20D-436A-BB14-E3A0F17DE267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AFFA1-67FE-41B9-B50C-CF55948E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0CD51-0911-4519-9089-98F85C0D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A5DC-3393-4CFE-B015-646915DC41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700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E476FC-7F64-49EF-8302-91A273D6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54B9C-FAAE-4BBB-9633-C64861EFC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6E0E9-2917-480F-BE5E-7E96B26B0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FA1EE-A20D-436A-BB14-E3A0F17DE267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2CCDF-4381-45CF-AAD6-7B0CFD4F4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ED2B0-CD4D-4155-92ED-6B7D52AFD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CA5DC-3393-4CFE-B015-646915DC41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34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First Lesson II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45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8008" y="2840038"/>
            <a:ext cx="469727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value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operator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value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2600960" y="1859828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syntax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188500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8008" y="2840038"/>
            <a:ext cx="469727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value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operator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value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2600960" y="1859828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syntax</a:t>
            </a:r>
            <a:endParaRPr lang="en-GB" sz="32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5DEF42-9E97-4766-8FAD-F496C4116C56}"/>
              </a:ext>
            </a:extLst>
          </p:cNvPr>
          <p:cNvSpPr txBox="1">
            <a:spLocks/>
          </p:cNvSpPr>
          <p:nvPr/>
        </p:nvSpPr>
        <p:spPr>
          <a:xfrm>
            <a:off x="4673601" y="4146652"/>
            <a:ext cx="2028648" cy="58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00B0F0"/>
                </a:solidFill>
              </a:rPr>
              <a:t>&lt;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7FE5058-3F0C-4BFD-A6E6-55198128B674}"/>
              </a:ext>
            </a:extLst>
          </p:cNvPr>
          <p:cNvSpPr txBox="1">
            <a:spLocks/>
          </p:cNvSpPr>
          <p:nvPr/>
        </p:nvSpPr>
        <p:spPr>
          <a:xfrm>
            <a:off x="6683291" y="4228858"/>
            <a:ext cx="137463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15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C960CBD-5770-4721-8CA9-5561C7C76876}"/>
              </a:ext>
            </a:extLst>
          </p:cNvPr>
          <p:cNvSpPr txBox="1">
            <a:spLocks/>
          </p:cNvSpPr>
          <p:nvPr/>
        </p:nvSpPr>
        <p:spPr>
          <a:xfrm>
            <a:off x="3004008" y="4228858"/>
            <a:ext cx="137463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12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718627-3588-4186-B401-38D45655B0B9}"/>
              </a:ext>
            </a:extLst>
          </p:cNvPr>
          <p:cNvCxnSpPr>
            <a:endCxn id="9" idx="0"/>
          </p:cNvCxnSpPr>
          <p:nvPr/>
        </p:nvCxnSpPr>
        <p:spPr>
          <a:xfrm flipH="1">
            <a:off x="3691327" y="3312160"/>
            <a:ext cx="199953" cy="91669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DF1261-6074-4DF6-8268-67381E2FC28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530969" y="3370580"/>
            <a:ext cx="156956" cy="776072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9E2DD1-F7E7-4309-B954-AD30D1C4FEDE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271419" y="3271057"/>
            <a:ext cx="99191" cy="95780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ubtitle 2">
            <a:extLst>
              <a:ext uri="{FF2B5EF4-FFF2-40B4-BE49-F238E27FC236}">
                <a16:creationId xmlns:a16="http://schemas.microsoft.com/office/drawing/2014/main" id="{9A58705C-6E4E-4108-BB66-DE31D2F9D05A}"/>
              </a:ext>
            </a:extLst>
          </p:cNvPr>
          <p:cNvSpPr txBox="1">
            <a:spLocks/>
          </p:cNvSpPr>
          <p:nvPr/>
        </p:nvSpPr>
        <p:spPr>
          <a:xfrm>
            <a:off x="-2258558" y="2257082"/>
            <a:ext cx="202487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age = 14 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7997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8008" y="2840038"/>
            <a:ext cx="469727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value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operator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value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2600960" y="1859828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syntax</a:t>
            </a:r>
            <a:endParaRPr lang="en-GB" sz="32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5DEF42-9E97-4766-8FAD-F496C4116C56}"/>
              </a:ext>
            </a:extLst>
          </p:cNvPr>
          <p:cNvSpPr txBox="1">
            <a:spLocks/>
          </p:cNvSpPr>
          <p:nvPr/>
        </p:nvSpPr>
        <p:spPr>
          <a:xfrm>
            <a:off x="4673601" y="4146652"/>
            <a:ext cx="2028648" cy="58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00B0F0"/>
                </a:solidFill>
              </a:rPr>
              <a:t>&lt;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7FE5058-3F0C-4BFD-A6E6-55198128B674}"/>
              </a:ext>
            </a:extLst>
          </p:cNvPr>
          <p:cNvSpPr txBox="1">
            <a:spLocks/>
          </p:cNvSpPr>
          <p:nvPr/>
        </p:nvSpPr>
        <p:spPr>
          <a:xfrm>
            <a:off x="6683291" y="4228858"/>
            <a:ext cx="137463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15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C960CBD-5770-4721-8CA9-5561C7C76876}"/>
              </a:ext>
            </a:extLst>
          </p:cNvPr>
          <p:cNvSpPr txBox="1">
            <a:spLocks/>
          </p:cNvSpPr>
          <p:nvPr/>
        </p:nvSpPr>
        <p:spPr>
          <a:xfrm>
            <a:off x="3004008" y="4228858"/>
            <a:ext cx="137463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12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718627-3588-4186-B401-38D45655B0B9}"/>
              </a:ext>
            </a:extLst>
          </p:cNvPr>
          <p:cNvCxnSpPr>
            <a:endCxn id="9" idx="0"/>
          </p:cNvCxnSpPr>
          <p:nvPr/>
        </p:nvCxnSpPr>
        <p:spPr>
          <a:xfrm flipH="1">
            <a:off x="3691327" y="3312160"/>
            <a:ext cx="199953" cy="91669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DF1261-6074-4DF6-8268-67381E2FC28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530969" y="3370580"/>
            <a:ext cx="156956" cy="776072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9E2DD1-F7E7-4309-B954-AD30D1C4FEDE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271419" y="3271057"/>
            <a:ext cx="99191" cy="95780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D7A9EBD7-07F6-4E52-A75E-FC4F0C09D240}"/>
              </a:ext>
            </a:extLst>
          </p:cNvPr>
          <p:cNvSpPr txBox="1">
            <a:spLocks/>
          </p:cNvSpPr>
          <p:nvPr/>
        </p:nvSpPr>
        <p:spPr>
          <a:xfrm>
            <a:off x="979130" y="2257082"/>
            <a:ext cx="202487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age = 14 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816C7011-3F89-4547-8CC5-B4C42D501B56}"/>
              </a:ext>
            </a:extLst>
          </p:cNvPr>
          <p:cNvSpPr txBox="1">
            <a:spLocks/>
          </p:cNvSpPr>
          <p:nvPr/>
        </p:nvSpPr>
        <p:spPr>
          <a:xfrm>
            <a:off x="1077535" y="2257082"/>
            <a:ext cx="930950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age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2252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8008" y="2840038"/>
            <a:ext cx="469727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value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operator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value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2600960" y="1859828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syntax</a:t>
            </a:r>
            <a:endParaRPr lang="en-GB" sz="32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5DEF42-9E97-4766-8FAD-F496C4116C56}"/>
              </a:ext>
            </a:extLst>
          </p:cNvPr>
          <p:cNvSpPr txBox="1">
            <a:spLocks/>
          </p:cNvSpPr>
          <p:nvPr/>
        </p:nvSpPr>
        <p:spPr>
          <a:xfrm>
            <a:off x="4673601" y="4146652"/>
            <a:ext cx="2028648" cy="58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00B0F0"/>
                </a:solidFill>
              </a:rPr>
              <a:t>&lt;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7FE5058-3F0C-4BFD-A6E6-55198128B674}"/>
              </a:ext>
            </a:extLst>
          </p:cNvPr>
          <p:cNvSpPr txBox="1">
            <a:spLocks/>
          </p:cNvSpPr>
          <p:nvPr/>
        </p:nvSpPr>
        <p:spPr>
          <a:xfrm>
            <a:off x="6683291" y="4228858"/>
            <a:ext cx="137463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15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718627-3588-4186-B401-38D45655B0B9}"/>
              </a:ext>
            </a:extLst>
          </p:cNvPr>
          <p:cNvCxnSpPr>
            <a:cxnSpLocks/>
          </p:cNvCxnSpPr>
          <p:nvPr/>
        </p:nvCxnSpPr>
        <p:spPr>
          <a:xfrm flipH="1">
            <a:off x="3691327" y="3312160"/>
            <a:ext cx="199953" cy="91669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DF1261-6074-4DF6-8268-67381E2FC28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530969" y="3370580"/>
            <a:ext cx="156956" cy="776072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9E2DD1-F7E7-4309-B954-AD30D1C4FEDE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271419" y="3271057"/>
            <a:ext cx="99191" cy="95780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D7A9EBD7-07F6-4E52-A75E-FC4F0C09D240}"/>
              </a:ext>
            </a:extLst>
          </p:cNvPr>
          <p:cNvSpPr txBox="1">
            <a:spLocks/>
          </p:cNvSpPr>
          <p:nvPr/>
        </p:nvSpPr>
        <p:spPr>
          <a:xfrm>
            <a:off x="979130" y="2257082"/>
            <a:ext cx="202487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age = 14 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3203281" y="4199940"/>
            <a:ext cx="930950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age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AEECEB3-9C2E-4EB1-9E3A-8A886CBBB2F5}"/>
              </a:ext>
            </a:extLst>
          </p:cNvPr>
          <p:cNvSpPr txBox="1">
            <a:spLocks/>
          </p:cNvSpPr>
          <p:nvPr/>
        </p:nvSpPr>
        <p:spPr>
          <a:xfrm>
            <a:off x="12398970" y="2409482"/>
            <a:ext cx="2024878" cy="58295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 err="1">
                <a:solidFill>
                  <a:srgbClr val="00B050"/>
                </a:solidFill>
              </a:rPr>
              <a:t>maxAge</a:t>
            </a:r>
            <a:r>
              <a:rPr lang="en-US" sz="3600" b="1" i="1" dirty="0">
                <a:solidFill>
                  <a:srgbClr val="00B050"/>
                </a:solidFill>
              </a:rPr>
              <a:t> = 15 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603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8008" y="2840038"/>
            <a:ext cx="469727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value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operator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value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2600960" y="1859828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syntax</a:t>
            </a:r>
            <a:endParaRPr lang="en-GB" sz="32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5DEF42-9E97-4766-8FAD-F496C4116C56}"/>
              </a:ext>
            </a:extLst>
          </p:cNvPr>
          <p:cNvSpPr txBox="1">
            <a:spLocks/>
          </p:cNvSpPr>
          <p:nvPr/>
        </p:nvSpPr>
        <p:spPr>
          <a:xfrm>
            <a:off x="4673601" y="4146652"/>
            <a:ext cx="2028648" cy="58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00B0F0"/>
                </a:solidFill>
              </a:rPr>
              <a:t>&lt;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7FE5058-3F0C-4BFD-A6E6-55198128B674}"/>
              </a:ext>
            </a:extLst>
          </p:cNvPr>
          <p:cNvSpPr txBox="1">
            <a:spLocks/>
          </p:cNvSpPr>
          <p:nvPr/>
        </p:nvSpPr>
        <p:spPr>
          <a:xfrm>
            <a:off x="6683291" y="4228858"/>
            <a:ext cx="137463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15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718627-3588-4186-B401-38D45655B0B9}"/>
              </a:ext>
            </a:extLst>
          </p:cNvPr>
          <p:cNvCxnSpPr>
            <a:cxnSpLocks/>
          </p:cNvCxnSpPr>
          <p:nvPr/>
        </p:nvCxnSpPr>
        <p:spPr>
          <a:xfrm flipH="1">
            <a:off x="3691327" y="3312160"/>
            <a:ext cx="199953" cy="91669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DF1261-6074-4DF6-8268-67381E2FC28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530969" y="3370580"/>
            <a:ext cx="156956" cy="776072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9E2DD1-F7E7-4309-B954-AD30D1C4FEDE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271419" y="3271057"/>
            <a:ext cx="99191" cy="95780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D7A9EBD7-07F6-4E52-A75E-FC4F0C09D240}"/>
              </a:ext>
            </a:extLst>
          </p:cNvPr>
          <p:cNvSpPr txBox="1">
            <a:spLocks/>
          </p:cNvSpPr>
          <p:nvPr/>
        </p:nvSpPr>
        <p:spPr>
          <a:xfrm>
            <a:off x="979130" y="2257082"/>
            <a:ext cx="202487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age = 14 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3203281" y="4199940"/>
            <a:ext cx="930950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age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AEECEB3-9C2E-4EB1-9E3A-8A886CBBB2F5}"/>
              </a:ext>
            </a:extLst>
          </p:cNvPr>
          <p:cNvSpPr txBox="1">
            <a:spLocks/>
          </p:cNvSpPr>
          <p:nvPr/>
        </p:nvSpPr>
        <p:spPr>
          <a:xfrm>
            <a:off x="9686250" y="2409482"/>
            <a:ext cx="2024878" cy="58295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 err="1">
                <a:solidFill>
                  <a:srgbClr val="00B050"/>
                </a:solidFill>
              </a:rPr>
              <a:t>maxAge</a:t>
            </a:r>
            <a:r>
              <a:rPr lang="en-US" sz="3600" b="1" i="1" dirty="0">
                <a:solidFill>
                  <a:srgbClr val="00B050"/>
                </a:solidFill>
              </a:rPr>
              <a:t> = 15 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4CDDFAA-7037-4F80-9AB7-8369B407CC69}"/>
              </a:ext>
            </a:extLst>
          </p:cNvPr>
          <p:cNvSpPr txBox="1">
            <a:spLocks/>
          </p:cNvSpPr>
          <p:nvPr/>
        </p:nvSpPr>
        <p:spPr>
          <a:xfrm>
            <a:off x="9375354" y="2282801"/>
            <a:ext cx="202487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b="1" i="1" dirty="0" err="1">
                <a:solidFill>
                  <a:srgbClr val="00B050"/>
                </a:solidFill>
              </a:rPr>
              <a:t>maxAge</a:t>
            </a:r>
            <a:r>
              <a:rPr lang="en-US" sz="3600" b="1" i="1" dirty="0">
                <a:solidFill>
                  <a:srgbClr val="00B050"/>
                </a:solidFill>
              </a:rPr>
              <a:t> 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616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8008" y="2840038"/>
            <a:ext cx="469727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value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operator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value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2600960" y="1859828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syntax</a:t>
            </a:r>
            <a:endParaRPr lang="en-GB" sz="32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5DEF42-9E97-4766-8FAD-F496C4116C56}"/>
              </a:ext>
            </a:extLst>
          </p:cNvPr>
          <p:cNvSpPr txBox="1">
            <a:spLocks/>
          </p:cNvSpPr>
          <p:nvPr/>
        </p:nvSpPr>
        <p:spPr>
          <a:xfrm>
            <a:off x="4673601" y="4146652"/>
            <a:ext cx="2028648" cy="58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00B0F0"/>
                </a:solidFill>
              </a:rPr>
              <a:t>&lt;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718627-3588-4186-B401-38D45655B0B9}"/>
              </a:ext>
            </a:extLst>
          </p:cNvPr>
          <p:cNvCxnSpPr>
            <a:cxnSpLocks/>
          </p:cNvCxnSpPr>
          <p:nvPr/>
        </p:nvCxnSpPr>
        <p:spPr>
          <a:xfrm flipH="1">
            <a:off x="3691327" y="3312160"/>
            <a:ext cx="199953" cy="91669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DF1261-6074-4DF6-8268-67381E2FC28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530969" y="3370580"/>
            <a:ext cx="156956" cy="776072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9E2DD1-F7E7-4309-B954-AD30D1C4FEDE}"/>
              </a:ext>
            </a:extLst>
          </p:cNvPr>
          <p:cNvCxnSpPr>
            <a:cxnSpLocks/>
          </p:cNvCxnSpPr>
          <p:nvPr/>
        </p:nvCxnSpPr>
        <p:spPr>
          <a:xfrm>
            <a:off x="7271419" y="3271057"/>
            <a:ext cx="99191" cy="95780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D7A9EBD7-07F6-4E52-A75E-FC4F0C09D240}"/>
              </a:ext>
            </a:extLst>
          </p:cNvPr>
          <p:cNvSpPr txBox="1">
            <a:spLocks/>
          </p:cNvSpPr>
          <p:nvPr/>
        </p:nvSpPr>
        <p:spPr>
          <a:xfrm>
            <a:off x="979130" y="2257082"/>
            <a:ext cx="202487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age = 14 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3203281" y="4199940"/>
            <a:ext cx="930950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age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AEECEB3-9C2E-4EB1-9E3A-8A886CBBB2F5}"/>
              </a:ext>
            </a:extLst>
          </p:cNvPr>
          <p:cNvSpPr txBox="1">
            <a:spLocks/>
          </p:cNvSpPr>
          <p:nvPr/>
        </p:nvSpPr>
        <p:spPr>
          <a:xfrm>
            <a:off x="9686250" y="2409482"/>
            <a:ext cx="2024878" cy="58295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 err="1">
                <a:solidFill>
                  <a:srgbClr val="00B050"/>
                </a:solidFill>
              </a:rPr>
              <a:t>maxAge</a:t>
            </a:r>
            <a:r>
              <a:rPr lang="en-US" sz="3600" b="1" i="1" dirty="0">
                <a:solidFill>
                  <a:srgbClr val="00B050"/>
                </a:solidFill>
              </a:rPr>
              <a:t> = 15 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4CDDFAA-7037-4F80-9AB7-8369B407CC69}"/>
              </a:ext>
            </a:extLst>
          </p:cNvPr>
          <p:cNvSpPr txBox="1">
            <a:spLocks/>
          </p:cNvSpPr>
          <p:nvPr/>
        </p:nvSpPr>
        <p:spPr>
          <a:xfrm>
            <a:off x="6417915" y="4135932"/>
            <a:ext cx="2024878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b="1" i="1" dirty="0" err="1">
                <a:solidFill>
                  <a:srgbClr val="00B050"/>
                </a:solidFill>
              </a:rPr>
              <a:t>maxAge</a:t>
            </a:r>
            <a:r>
              <a:rPr lang="en-US" sz="3600" b="1" i="1" dirty="0">
                <a:solidFill>
                  <a:srgbClr val="00B050"/>
                </a:solidFill>
              </a:rPr>
              <a:t> 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975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5128" y="3033701"/>
            <a:ext cx="211663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5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+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3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2600960" y="1859828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It’s just like basic arithmetic</a:t>
            </a:r>
            <a:endParaRPr lang="en-GB" sz="32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6177280" y="3100683"/>
            <a:ext cx="930950" cy="5829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8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3007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5128" y="3033701"/>
            <a:ext cx="211663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5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&gt;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3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2600960" y="1859828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It’s just like basic arithmetic</a:t>
            </a:r>
            <a:endParaRPr lang="en-GB" sz="32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6461760" y="3100683"/>
            <a:ext cx="930950" cy="5829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true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7840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5128" y="3033701"/>
            <a:ext cx="211663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5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&lt;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3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2600960" y="1859828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It’s just like basic arithmetic</a:t>
            </a:r>
            <a:endParaRPr lang="en-GB" sz="32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6258560" y="30337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false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339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7444" y="2424101"/>
            <a:ext cx="211663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4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&lt;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5628640" y="3616657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Let’s get to know them</a:t>
            </a:r>
            <a:endParaRPr lang="en-GB" sz="32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3760876" y="24241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true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B893759-0B6F-4F83-9F64-621674270D9E}"/>
              </a:ext>
            </a:extLst>
          </p:cNvPr>
          <p:cNvSpPr txBox="1">
            <a:spLocks/>
          </p:cNvSpPr>
          <p:nvPr/>
        </p:nvSpPr>
        <p:spPr>
          <a:xfrm>
            <a:off x="1847444" y="4506901"/>
            <a:ext cx="2116632" cy="58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6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&lt;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17159C5-1DBB-438F-BDD1-DC0E98A7DD42}"/>
              </a:ext>
            </a:extLst>
          </p:cNvPr>
          <p:cNvSpPr txBox="1">
            <a:spLocks/>
          </p:cNvSpPr>
          <p:nvPr/>
        </p:nvSpPr>
        <p:spPr>
          <a:xfrm>
            <a:off x="3760876" y="45069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false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774274-ADA2-4432-91EA-ED7B1B6070C6}"/>
              </a:ext>
            </a:extLst>
          </p:cNvPr>
          <p:cNvCxnSpPr>
            <a:cxnSpLocks/>
          </p:cNvCxnSpPr>
          <p:nvPr/>
        </p:nvCxnSpPr>
        <p:spPr>
          <a:xfrm>
            <a:off x="1847444" y="3007057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19DEA4-AC81-487E-A1DC-3D8DC376E951}"/>
              </a:ext>
            </a:extLst>
          </p:cNvPr>
          <p:cNvCxnSpPr>
            <a:cxnSpLocks/>
          </p:cNvCxnSpPr>
          <p:nvPr/>
        </p:nvCxnSpPr>
        <p:spPr>
          <a:xfrm>
            <a:off x="2997200" y="3007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A547AD-437E-4535-AE0F-4BA17DBAB3AC}"/>
              </a:ext>
            </a:extLst>
          </p:cNvPr>
          <p:cNvCxnSpPr>
            <a:cxnSpLocks/>
          </p:cNvCxnSpPr>
          <p:nvPr/>
        </p:nvCxnSpPr>
        <p:spPr>
          <a:xfrm>
            <a:off x="1847444" y="5069234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891CCE-FFF0-4FA3-8D7D-8D43D7DE61C9}"/>
              </a:ext>
            </a:extLst>
          </p:cNvPr>
          <p:cNvCxnSpPr>
            <a:cxnSpLocks/>
          </p:cNvCxnSpPr>
          <p:nvPr/>
        </p:nvCxnSpPr>
        <p:spPr>
          <a:xfrm>
            <a:off x="2997200" y="5069234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C705AE-1A79-44E8-BC25-DB374F589F12}"/>
              </a:ext>
            </a:extLst>
          </p:cNvPr>
          <p:cNvCxnSpPr>
            <a:cxnSpLocks/>
          </p:cNvCxnSpPr>
          <p:nvPr/>
        </p:nvCxnSpPr>
        <p:spPr>
          <a:xfrm>
            <a:off x="6227766" y="1041568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07644A-FCE6-4DD5-80AA-FC76A34CE94A}"/>
              </a:ext>
            </a:extLst>
          </p:cNvPr>
          <p:cNvCxnSpPr>
            <a:cxnSpLocks/>
          </p:cNvCxnSpPr>
          <p:nvPr/>
        </p:nvCxnSpPr>
        <p:spPr>
          <a:xfrm>
            <a:off x="6227766" y="1483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9813C64-9D27-49C9-BEF3-CB29788431A1}"/>
              </a:ext>
            </a:extLst>
          </p:cNvPr>
          <p:cNvSpPr txBox="1">
            <a:spLocks/>
          </p:cNvSpPr>
          <p:nvPr/>
        </p:nvSpPr>
        <p:spPr>
          <a:xfrm>
            <a:off x="6969760" y="802649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Left hand value</a:t>
            </a:r>
            <a:endParaRPr lang="en-GB" sz="320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FA8BD2B-7ED9-46EF-9CFA-4487C7FF4B3D}"/>
              </a:ext>
            </a:extLst>
          </p:cNvPr>
          <p:cNvSpPr txBox="1">
            <a:spLocks/>
          </p:cNvSpPr>
          <p:nvPr/>
        </p:nvSpPr>
        <p:spPr>
          <a:xfrm>
            <a:off x="6969760" y="1321135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Right hand value</a:t>
            </a:r>
            <a:endParaRPr lang="en-GB" sz="32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AA505FB-7F18-4202-AC19-18BBFAB6F720}"/>
              </a:ext>
            </a:extLst>
          </p:cNvPr>
          <p:cNvSpPr txBox="1">
            <a:spLocks/>
          </p:cNvSpPr>
          <p:nvPr/>
        </p:nvSpPr>
        <p:spPr>
          <a:xfrm>
            <a:off x="7464252" y="4216976"/>
            <a:ext cx="1730548" cy="1162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solidFill>
                  <a:srgbClr val="00B0F0"/>
                </a:solidFill>
              </a:rPr>
              <a:t>&lt;</a:t>
            </a:r>
            <a:endParaRPr lang="en-GB" sz="7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7032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/>
      <p:bldP spid="7" grpId="0"/>
      <p:bldP spid="8" grpId="0"/>
      <p:bldP spid="19" grpId="0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7444" y="2424101"/>
            <a:ext cx="211663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6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&gt;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5628640" y="3616657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Let’s get to know them</a:t>
            </a:r>
            <a:endParaRPr lang="en-GB" sz="32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3760876" y="24241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true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B893759-0B6F-4F83-9F64-621674270D9E}"/>
              </a:ext>
            </a:extLst>
          </p:cNvPr>
          <p:cNvSpPr txBox="1">
            <a:spLocks/>
          </p:cNvSpPr>
          <p:nvPr/>
        </p:nvSpPr>
        <p:spPr>
          <a:xfrm>
            <a:off x="1847444" y="4506901"/>
            <a:ext cx="2116632" cy="58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4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&gt;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17159C5-1DBB-438F-BDD1-DC0E98A7DD42}"/>
              </a:ext>
            </a:extLst>
          </p:cNvPr>
          <p:cNvSpPr txBox="1">
            <a:spLocks/>
          </p:cNvSpPr>
          <p:nvPr/>
        </p:nvSpPr>
        <p:spPr>
          <a:xfrm>
            <a:off x="3760876" y="45069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false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774274-ADA2-4432-91EA-ED7B1B6070C6}"/>
              </a:ext>
            </a:extLst>
          </p:cNvPr>
          <p:cNvCxnSpPr>
            <a:cxnSpLocks/>
          </p:cNvCxnSpPr>
          <p:nvPr/>
        </p:nvCxnSpPr>
        <p:spPr>
          <a:xfrm>
            <a:off x="1847444" y="3007057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19DEA4-AC81-487E-A1DC-3D8DC376E951}"/>
              </a:ext>
            </a:extLst>
          </p:cNvPr>
          <p:cNvCxnSpPr>
            <a:cxnSpLocks/>
          </p:cNvCxnSpPr>
          <p:nvPr/>
        </p:nvCxnSpPr>
        <p:spPr>
          <a:xfrm>
            <a:off x="2997200" y="3007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A547AD-437E-4535-AE0F-4BA17DBAB3AC}"/>
              </a:ext>
            </a:extLst>
          </p:cNvPr>
          <p:cNvCxnSpPr>
            <a:cxnSpLocks/>
          </p:cNvCxnSpPr>
          <p:nvPr/>
        </p:nvCxnSpPr>
        <p:spPr>
          <a:xfrm>
            <a:off x="1847444" y="5069234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891CCE-FFF0-4FA3-8D7D-8D43D7DE61C9}"/>
              </a:ext>
            </a:extLst>
          </p:cNvPr>
          <p:cNvCxnSpPr>
            <a:cxnSpLocks/>
          </p:cNvCxnSpPr>
          <p:nvPr/>
        </p:nvCxnSpPr>
        <p:spPr>
          <a:xfrm>
            <a:off x="2997200" y="5069234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C705AE-1A79-44E8-BC25-DB374F589F12}"/>
              </a:ext>
            </a:extLst>
          </p:cNvPr>
          <p:cNvCxnSpPr>
            <a:cxnSpLocks/>
          </p:cNvCxnSpPr>
          <p:nvPr/>
        </p:nvCxnSpPr>
        <p:spPr>
          <a:xfrm>
            <a:off x="6227766" y="1041568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07644A-FCE6-4DD5-80AA-FC76A34CE94A}"/>
              </a:ext>
            </a:extLst>
          </p:cNvPr>
          <p:cNvCxnSpPr>
            <a:cxnSpLocks/>
          </p:cNvCxnSpPr>
          <p:nvPr/>
        </p:nvCxnSpPr>
        <p:spPr>
          <a:xfrm>
            <a:off x="6227766" y="1483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9813C64-9D27-49C9-BEF3-CB29788431A1}"/>
              </a:ext>
            </a:extLst>
          </p:cNvPr>
          <p:cNvSpPr txBox="1">
            <a:spLocks/>
          </p:cNvSpPr>
          <p:nvPr/>
        </p:nvSpPr>
        <p:spPr>
          <a:xfrm>
            <a:off x="6969760" y="802649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Left hand value</a:t>
            </a:r>
            <a:endParaRPr lang="en-GB" sz="320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FA8BD2B-7ED9-46EF-9CFA-4487C7FF4B3D}"/>
              </a:ext>
            </a:extLst>
          </p:cNvPr>
          <p:cNvSpPr txBox="1">
            <a:spLocks/>
          </p:cNvSpPr>
          <p:nvPr/>
        </p:nvSpPr>
        <p:spPr>
          <a:xfrm>
            <a:off x="6969760" y="1321135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Right hand value</a:t>
            </a:r>
            <a:endParaRPr lang="en-GB" sz="32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AA505FB-7F18-4202-AC19-18BBFAB6F720}"/>
              </a:ext>
            </a:extLst>
          </p:cNvPr>
          <p:cNvSpPr txBox="1">
            <a:spLocks/>
          </p:cNvSpPr>
          <p:nvPr/>
        </p:nvSpPr>
        <p:spPr>
          <a:xfrm>
            <a:off x="7464252" y="4216976"/>
            <a:ext cx="1730548" cy="1162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solidFill>
                  <a:srgbClr val="00B0F0"/>
                </a:solidFill>
              </a:rPr>
              <a:t>&gt;</a:t>
            </a:r>
            <a:endParaRPr lang="en-GB" sz="7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12810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7444" y="2424101"/>
            <a:ext cx="211663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5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&gt;=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5628640" y="3616657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Let’s get to know them</a:t>
            </a:r>
            <a:endParaRPr lang="en-GB" sz="32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3760876" y="24241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true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B893759-0B6F-4F83-9F64-621674270D9E}"/>
              </a:ext>
            </a:extLst>
          </p:cNvPr>
          <p:cNvSpPr txBox="1">
            <a:spLocks/>
          </p:cNvSpPr>
          <p:nvPr/>
        </p:nvSpPr>
        <p:spPr>
          <a:xfrm>
            <a:off x="1847444" y="4506901"/>
            <a:ext cx="2116632" cy="58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4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&gt;=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17159C5-1DBB-438F-BDD1-DC0E98A7DD42}"/>
              </a:ext>
            </a:extLst>
          </p:cNvPr>
          <p:cNvSpPr txBox="1">
            <a:spLocks/>
          </p:cNvSpPr>
          <p:nvPr/>
        </p:nvSpPr>
        <p:spPr>
          <a:xfrm>
            <a:off x="3760876" y="45069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false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774274-ADA2-4432-91EA-ED7B1B6070C6}"/>
              </a:ext>
            </a:extLst>
          </p:cNvPr>
          <p:cNvCxnSpPr>
            <a:cxnSpLocks/>
          </p:cNvCxnSpPr>
          <p:nvPr/>
        </p:nvCxnSpPr>
        <p:spPr>
          <a:xfrm>
            <a:off x="1847444" y="3007057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19DEA4-AC81-487E-A1DC-3D8DC376E951}"/>
              </a:ext>
            </a:extLst>
          </p:cNvPr>
          <p:cNvCxnSpPr>
            <a:cxnSpLocks/>
          </p:cNvCxnSpPr>
          <p:nvPr/>
        </p:nvCxnSpPr>
        <p:spPr>
          <a:xfrm>
            <a:off x="2997200" y="3007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A547AD-437E-4535-AE0F-4BA17DBAB3AC}"/>
              </a:ext>
            </a:extLst>
          </p:cNvPr>
          <p:cNvCxnSpPr>
            <a:cxnSpLocks/>
          </p:cNvCxnSpPr>
          <p:nvPr/>
        </p:nvCxnSpPr>
        <p:spPr>
          <a:xfrm>
            <a:off x="1847444" y="5069234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891CCE-FFF0-4FA3-8D7D-8D43D7DE61C9}"/>
              </a:ext>
            </a:extLst>
          </p:cNvPr>
          <p:cNvCxnSpPr>
            <a:cxnSpLocks/>
          </p:cNvCxnSpPr>
          <p:nvPr/>
        </p:nvCxnSpPr>
        <p:spPr>
          <a:xfrm>
            <a:off x="2997200" y="5069234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C705AE-1A79-44E8-BC25-DB374F589F12}"/>
              </a:ext>
            </a:extLst>
          </p:cNvPr>
          <p:cNvCxnSpPr>
            <a:cxnSpLocks/>
          </p:cNvCxnSpPr>
          <p:nvPr/>
        </p:nvCxnSpPr>
        <p:spPr>
          <a:xfrm>
            <a:off x="6227766" y="1041568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07644A-FCE6-4DD5-80AA-FC76A34CE94A}"/>
              </a:ext>
            </a:extLst>
          </p:cNvPr>
          <p:cNvCxnSpPr>
            <a:cxnSpLocks/>
          </p:cNvCxnSpPr>
          <p:nvPr/>
        </p:nvCxnSpPr>
        <p:spPr>
          <a:xfrm>
            <a:off x="6227766" y="1483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9813C64-9D27-49C9-BEF3-CB29788431A1}"/>
              </a:ext>
            </a:extLst>
          </p:cNvPr>
          <p:cNvSpPr txBox="1">
            <a:spLocks/>
          </p:cNvSpPr>
          <p:nvPr/>
        </p:nvSpPr>
        <p:spPr>
          <a:xfrm>
            <a:off x="6969760" y="802649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Left hand value</a:t>
            </a:r>
            <a:endParaRPr lang="en-GB" sz="320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FA8BD2B-7ED9-46EF-9CFA-4487C7FF4B3D}"/>
              </a:ext>
            </a:extLst>
          </p:cNvPr>
          <p:cNvSpPr txBox="1">
            <a:spLocks/>
          </p:cNvSpPr>
          <p:nvPr/>
        </p:nvSpPr>
        <p:spPr>
          <a:xfrm>
            <a:off x="6969760" y="1321135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Right hand value</a:t>
            </a:r>
            <a:endParaRPr lang="en-GB" sz="32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AA505FB-7F18-4202-AC19-18BBFAB6F720}"/>
              </a:ext>
            </a:extLst>
          </p:cNvPr>
          <p:cNvSpPr txBox="1">
            <a:spLocks/>
          </p:cNvSpPr>
          <p:nvPr/>
        </p:nvSpPr>
        <p:spPr>
          <a:xfrm>
            <a:off x="7464252" y="4216976"/>
            <a:ext cx="1730548" cy="1162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solidFill>
                  <a:srgbClr val="00B0F0"/>
                </a:solidFill>
              </a:rPr>
              <a:t>&gt;=</a:t>
            </a:r>
            <a:endParaRPr lang="en-GB" sz="7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22527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7444" y="2424101"/>
            <a:ext cx="211663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5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&lt;=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5628640" y="3616657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Let’s get to know them</a:t>
            </a:r>
            <a:endParaRPr lang="en-GB" sz="32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3760876" y="24241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true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B893759-0B6F-4F83-9F64-621674270D9E}"/>
              </a:ext>
            </a:extLst>
          </p:cNvPr>
          <p:cNvSpPr txBox="1">
            <a:spLocks/>
          </p:cNvSpPr>
          <p:nvPr/>
        </p:nvSpPr>
        <p:spPr>
          <a:xfrm>
            <a:off x="1847444" y="4506901"/>
            <a:ext cx="2116632" cy="58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6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&lt;=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17159C5-1DBB-438F-BDD1-DC0E98A7DD42}"/>
              </a:ext>
            </a:extLst>
          </p:cNvPr>
          <p:cNvSpPr txBox="1">
            <a:spLocks/>
          </p:cNvSpPr>
          <p:nvPr/>
        </p:nvSpPr>
        <p:spPr>
          <a:xfrm>
            <a:off x="3760876" y="45069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false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774274-ADA2-4432-91EA-ED7B1B6070C6}"/>
              </a:ext>
            </a:extLst>
          </p:cNvPr>
          <p:cNvCxnSpPr>
            <a:cxnSpLocks/>
          </p:cNvCxnSpPr>
          <p:nvPr/>
        </p:nvCxnSpPr>
        <p:spPr>
          <a:xfrm>
            <a:off x="1847444" y="3007057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19DEA4-AC81-487E-A1DC-3D8DC376E951}"/>
              </a:ext>
            </a:extLst>
          </p:cNvPr>
          <p:cNvCxnSpPr>
            <a:cxnSpLocks/>
          </p:cNvCxnSpPr>
          <p:nvPr/>
        </p:nvCxnSpPr>
        <p:spPr>
          <a:xfrm>
            <a:off x="2997200" y="3007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A547AD-437E-4535-AE0F-4BA17DBAB3AC}"/>
              </a:ext>
            </a:extLst>
          </p:cNvPr>
          <p:cNvCxnSpPr>
            <a:cxnSpLocks/>
          </p:cNvCxnSpPr>
          <p:nvPr/>
        </p:nvCxnSpPr>
        <p:spPr>
          <a:xfrm>
            <a:off x="1847444" y="5069234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891CCE-FFF0-4FA3-8D7D-8D43D7DE61C9}"/>
              </a:ext>
            </a:extLst>
          </p:cNvPr>
          <p:cNvCxnSpPr>
            <a:cxnSpLocks/>
          </p:cNvCxnSpPr>
          <p:nvPr/>
        </p:nvCxnSpPr>
        <p:spPr>
          <a:xfrm>
            <a:off x="2997200" y="5069234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C705AE-1A79-44E8-BC25-DB374F589F12}"/>
              </a:ext>
            </a:extLst>
          </p:cNvPr>
          <p:cNvCxnSpPr>
            <a:cxnSpLocks/>
          </p:cNvCxnSpPr>
          <p:nvPr/>
        </p:nvCxnSpPr>
        <p:spPr>
          <a:xfrm>
            <a:off x="6227766" y="1041568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07644A-FCE6-4DD5-80AA-FC76A34CE94A}"/>
              </a:ext>
            </a:extLst>
          </p:cNvPr>
          <p:cNvCxnSpPr>
            <a:cxnSpLocks/>
          </p:cNvCxnSpPr>
          <p:nvPr/>
        </p:nvCxnSpPr>
        <p:spPr>
          <a:xfrm>
            <a:off x="6227766" y="1483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9813C64-9D27-49C9-BEF3-CB29788431A1}"/>
              </a:ext>
            </a:extLst>
          </p:cNvPr>
          <p:cNvSpPr txBox="1">
            <a:spLocks/>
          </p:cNvSpPr>
          <p:nvPr/>
        </p:nvSpPr>
        <p:spPr>
          <a:xfrm>
            <a:off x="6969760" y="802649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Left hand value</a:t>
            </a:r>
            <a:endParaRPr lang="en-GB" sz="320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FA8BD2B-7ED9-46EF-9CFA-4487C7FF4B3D}"/>
              </a:ext>
            </a:extLst>
          </p:cNvPr>
          <p:cNvSpPr txBox="1">
            <a:spLocks/>
          </p:cNvSpPr>
          <p:nvPr/>
        </p:nvSpPr>
        <p:spPr>
          <a:xfrm>
            <a:off x="6969760" y="1321135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Right hand value</a:t>
            </a:r>
            <a:endParaRPr lang="en-GB" sz="32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AA505FB-7F18-4202-AC19-18BBFAB6F720}"/>
              </a:ext>
            </a:extLst>
          </p:cNvPr>
          <p:cNvSpPr txBox="1">
            <a:spLocks/>
          </p:cNvSpPr>
          <p:nvPr/>
        </p:nvSpPr>
        <p:spPr>
          <a:xfrm>
            <a:off x="7464252" y="4216976"/>
            <a:ext cx="1730548" cy="1162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solidFill>
                  <a:srgbClr val="00B0F0"/>
                </a:solidFill>
              </a:rPr>
              <a:t>&lt;=</a:t>
            </a:r>
            <a:endParaRPr lang="en-GB" sz="7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68436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7444" y="2424101"/>
            <a:ext cx="211663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5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&lt;=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5628640" y="3616657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Let’s get to know them</a:t>
            </a:r>
            <a:endParaRPr lang="en-GB" sz="32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3760876" y="24241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true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B893759-0B6F-4F83-9F64-621674270D9E}"/>
              </a:ext>
            </a:extLst>
          </p:cNvPr>
          <p:cNvSpPr txBox="1">
            <a:spLocks/>
          </p:cNvSpPr>
          <p:nvPr/>
        </p:nvSpPr>
        <p:spPr>
          <a:xfrm>
            <a:off x="1847444" y="4506901"/>
            <a:ext cx="2116632" cy="58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5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&lt;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17159C5-1DBB-438F-BDD1-DC0E98A7DD42}"/>
              </a:ext>
            </a:extLst>
          </p:cNvPr>
          <p:cNvSpPr txBox="1">
            <a:spLocks/>
          </p:cNvSpPr>
          <p:nvPr/>
        </p:nvSpPr>
        <p:spPr>
          <a:xfrm>
            <a:off x="3760876" y="45069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false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774274-ADA2-4432-91EA-ED7B1B6070C6}"/>
              </a:ext>
            </a:extLst>
          </p:cNvPr>
          <p:cNvCxnSpPr>
            <a:cxnSpLocks/>
          </p:cNvCxnSpPr>
          <p:nvPr/>
        </p:nvCxnSpPr>
        <p:spPr>
          <a:xfrm>
            <a:off x="1847444" y="3007057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19DEA4-AC81-487E-A1DC-3D8DC376E951}"/>
              </a:ext>
            </a:extLst>
          </p:cNvPr>
          <p:cNvCxnSpPr>
            <a:cxnSpLocks/>
          </p:cNvCxnSpPr>
          <p:nvPr/>
        </p:nvCxnSpPr>
        <p:spPr>
          <a:xfrm>
            <a:off x="2997200" y="3007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A547AD-437E-4535-AE0F-4BA17DBAB3AC}"/>
              </a:ext>
            </a:extLst>
          </p:cNvPr>
          <p:cNvCxnSpPr>
            <a:cxnSpLocks/>
          </p:cNvCxnSpPr>
          <p:nvPr/>
        </p:nvCxnSpPr>
        <p:spPr>
          <a:xfrm>
            <a:off x="1847444" y="5069234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891CCE-FFF0-4FA3-8D7D-8D43D7DE61C9}"/>
              </a:ext>
            </a:extLst>
          </p:cNvPr>
          <p:cNvCxnSpPr>
            <a:cxnSpLocks/>
          </p:cNvCxnSpPr>
          <p:nvPr/>
        </p:nvCxnSpPr>
        <p:spPr>
          <a:xfrm>
            <a:off x="2997200" y="5069234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C705AE-1A79-44E8-BC25-DB374F589F12}"/>
              </a:ext>
            </a:extLst>
          </p:cNvPr>
          <p:cNvCxnSpPr>
            <a:cxnSpLocks/>
          </p:cNvCxnSpPr>
          <p:nvPr/>
        </p:nvCxnSpPr>
        <p:spPr>
          <a:xfrm>
            <a:off x="6227766" y="1041568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07644A-FCE6-4DD5-80AA-FC76A34CE94A}"/>
              </a:ext>
            </a:extLst>
          </p:cNvPr>
          <p:cNvCxnSpPr>
            <a:cxnSpLocks/>
          </p:cNvCxnSpPr>
          <p:nvPr/>
        </p:nvCxnSpPr>
        <p:spPr>
          <a:xfrm>
            <a:off x="6227766" y="1483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9813C64-9D27-49C9-BEF3-CB29788431A1}"/>
              </a:ext>
            </a:extLst>
          </p:cNvPr>
          <p:cNvSpPr txBox="1">
            <a:spLocks/>
          </p:cNvSpPr>
          <p:nvPr/>
        </p:nvSpPr>
        <p:spPr>
          <a:xfrm>
            <a:off x="6969760" y="802649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Left hand value</a:t>
            </a:r>
            <a:endParaRPr lang="en-GB" sz="320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FA8BD2B-7ED9-46EF-9CFA-4487C7FF4B3D}"/>
              </a:ext>
            </a:extLst>
          </p:cNvPr>
          <p:cNvSpPr txBox="1">
            <a:spLocks/>
          </p:cNvSpPr>
          <p:nvPr/>
        </p:nvSpPr>
        <p:spPr>
          <a:xfrm>
            <a:off x="6969760" y="1321135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Right hand value</a:t>
            </a:r>
            <a:endParaRPr lang="en-GB" sz="32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AA505FB-7F18-4202-AC19-18BBFAB6F720}"/>
              </a:ext>
            </a:extLst>
          </p:cNvPr>
          <p:cNvSpPr txBox="1">
            <a:spLocks/>
          </p:cNvSpPr>
          <p:nvPr/>
        </p:nvSpPr>
        <p:spPr>
          <a:xfrm>
            <a:off x="5960572" y="4216976"/>
            <a:ext cx="4737908" cy="1162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solidFill>
                  <a:srgbClr val="00B0F0"/>
                </a:solidFill>
              </a:rPr>
              <a:t>&lt;= vs &lt;</a:t>
            </a:r>
            <a:endParaRPr lang="en-GB" sz="7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23800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7444" y="2424101"/>
            <a:ext cx="211663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5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&gt;=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5628640" y="3616657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Let’s get to know them</a:t>
            </a:r>
            <a:endParaRPr lang="en-GB" sz="32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3760876" y="24241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true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B893759-0B6F-4F83-9F64-621674270D9E}"/>
              </a:ext>
            </a:extLst>
          </p:cNvPr>
          <p:cNvSpPr txBox="1">
            <a:spLocks/>
          </p:cNvSpPr>
          <p:nvPr/>
        </p:nvSpPr>
        <p:spPr>
          <a:xfrm>
            <a:off x="1847444" y="4506901"/>
            <a:ext cx="2116632" cy="58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5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&gt;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17159C5-1DBB-438F-BDD1-DC0E98A7DD42}"/>
              </a:ext>
            </a:extLst>
          </p:cNvPr>
          <p:cNvSpPr txBox="1">
            <a:spLocks/>
          </p:cNvSpPr>
          <p:nvPr/>
        </p:nvSpPr>
        <p:spPr>
          <a:xfrm>
            <a:off x="3760876" y="45069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false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774274-ADA2-4432-91EA-ED7B1B6070C6}"/>
              </a:ext>
            </a:extLst>
          </p:cNvPr>
          <p:cNvCxnSpPr>
            <a:cxnSpLocks/>
          </p:cNvCxnSpPr>
          <p:nvPr/>
        </p:nvCxnSpPr>
        <p:spPr>
          <a:xfrm>
            <a:off x="1847444" y="3007057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19DEA4-AC81-487E-A1DC-3D8DC376E951}"/>
              </a:ext>
            </a:extLst>
          </p:cNvPr>
          <p:cNvCxnSpPr>
            <a:cxnSpLocks/>
          </p:cNvCxnSpPr>
          <p:nvPr/>
        </p:nvCxnSpPr>
        <p:spPr>
          <a:xfrm>
            <a:off x="2997200" y="3007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A547AD-437E-4535-AE0F-4BA17DBAB3AC}"/>
              </a:ext>
            </a:extLst>
          </p:cNvPr>
          <p:cNvCxnSpPr>
            <a:cxnSpLocks/>
          </p:cNvCxnSpPr>
          <p:nvPr/>
        </p:nvCxnSpPr>
        <p:spPr>
          <a:xfrm>
            <a:off x="1847444" y="5069234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891CCE-FFF0-4FA3-8D7D-8D43D7DE61C9}"/>
              </a:ext>
            </a:extLst>
          </p:cNvPr>
          <p:cNvCxnSpPr>
            <a:cxnSpLocks/>
          </p:cNvCxnSpPr>
          <p:nvPr/>
        </p:nvCxnSpPr>
        <p:spPr>
          <a:xfrm>
            <a:off x="2997200" y="5069234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C705AE-1A79-44E8-BC25-DB374F589F12}"/>
              </a:ext>
            </a:extLst>
          </p:cNvPr>
          <p:cNvCxnSpPr>
            <a:cxnSpLocks/>
          </p:cNvCxnSpPr>
          <p:nvPr/>
        </p:nvCxnSpPr>
        <p:spPr>
          <a:xfrm>
            <a:off x="6227766" y="1041568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07644A-FCE6-4DD5-80AA-FC76A34CE94A}"/>
              </a:ext>
            </a:extLst>
          </p:cNvPr>
          <p:cNvCxnSpPr>
            <a:cxnSpLocks/>
          </p:cNvCxnSpPr>
          <p:nvPr/>
        </p:nvCxnSpPr>
        <p:spPr>
          <a:xfrm>
            <a:off x="6227766" y="1483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9813C64-9D27-49C9-BEF3-CB29788431A1}"/>
              </a:ext>
            </a:extLst>
          </p:cNvPr>
          <p:cNvSpPr txBox="1">
            <a:spLocks/>
          </p:cNvSpPr>
          <p:nvPr/>
        </p:nvSpPr>
        <p:spPr>
          <a:xfrm>
            <a:off x="6969760" y="802649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Left hand value</a:t>
            </a:r>
            <a:endParaRPr lang="en-GB" sz="320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FA8BD2B-7ED9-46EF-9CFA-4487C7FF4B3D}"/>
              </a:ext>
            </a:extLst>
          </p:cNvPr>
          <p:cNvSpPr txBox="1">
            <a:spLocks/>
          </p:cNvSpPr>
          <p:nvPr/>
        </p:nvSpPr>
        <p:spPr>
          <a:xfrm>
            <a:off x="6969760" y="1321135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Right hand value</a:t>
            </a:r>
            <a:endParaRPr lang="en-GB" sz="32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AA505FB-7F18-4202-AC19-18BBFAB6F720}"/>
              </a:ext>
            </a:extLst>
          </p:cNvPr>
          <p:cNvSpPr txBox="1">
            <a:spLocks/>
          </p:cNvSpPr>
          <p:nvPr/>
        </p:nvSpPr>
        <p:spPr>
          <a:xfrm>
            <a:off x="5960572" y="4216976"/>
            <a:ext cx="4737908" cy="1162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solidFill>
                  <a:srgbClr val="00B0F0"/>
                </a:solidFill>
              </a:rPr>
              <a:t>&gt;= vs &gt;</a:t>
            </a:r>
            <a:endParaRPr lang="en-GB" sz="7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789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926-AB17-40C5-81EA-4BB45201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64" y="574194"/>
            <a:ext cx="5904322" cy="477837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Comparison Operators</a:t>
            </a: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A298-9F07-46BD-B9CD-A6F6FCCAA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7444" y="2424101"/>
            <a:ext cx="2116632" cy="588962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B050"/>
                </a:solidFill>
              </a:rPr>
              <a:t>5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==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026EE-B7A5-4531-BD65-1FB73096EE84}"/>
              </a:ext>
            </a:extLst>
          </p:cNvPr>
          <p:cNvCxnSpPr>
            <a:cxnSpLocks/>
          </p:cNvCxnSpPr>
          <p:nvPr/>
        </p:nvCxnSpPr>
        <p:spPr>
          <a:xfrm>
            <a:off x="963524" y="1163791"/>
            <a:ext cx="16374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C1F8F8E-4EF4-4D14-944C-10A33B492D19}"/>
              </a:ext>
            </a:extLst>
          </p:cNvPr>
          <p:cNvSpPr txBox="1">
            <a:spLocks/>
          </p:cNvSpPr>
          <p:nvPr/>
        </p:nvSpPr>
        <p:spPr>
          <a:xfrm>
            <a:off x="5628640" y="3616657"/>
            <a:ext cx="590432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Let’s get to know them</a:t>
            </a:r>
            <a:endParaRPr lang="en-GB" sz="32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CB6619C-4051-4707-8A35-7C19389DD965}"/>
              </a:ext>
            </a:extLst>
          </p:cNvPr>
          <p:cNvSpPr txBox="1">
            <a:spLocks/>
          </p:cNvSpPr>
          <p:nvPr/>
        </p:nvSpPr>
        <p:spPr>
          <a:xfrm>
            <a:off x="3760876" y="24241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true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B893759-0B6F-4F83-9F64-621674270D9E}"/>
              </a:ext>
            </a:extLst>
          </p:cNvPr>
          <p:cNvSpPr txBox="1">
            <a:spLocks/>
          </p:cNvSpPr>
          <p:nvPr/>
        </p:nvSpPr>
        <p:spPr>
          <a:xfrm>
            <a:off x="1644244" y="4506901"/>
            <a:ext cx="2116632" cy="588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8  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00B0F0"/>
                </a:solidFill>
              </a:rPr>
              <a:t>==</a:t>
            </a:r>
            <a:r>
              <a:rPr lang="en-US" sz="3600" b="1" dirty="0"/>
              <a:t>   </a:t>
            </a:r>
            <a:r>
              <a:rPr lang="en-US" sz="3600" b="1" i="1" dirty="0">
                <a:solidFill>
                  <a:srgbClr val="00B050"/>
                </a:solidFill>
              </a:rPr>
              <a:t>5 =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17159C5-1DBB-438F-BDD1-DC0E98A7DD42}"/>
              </a:ext>
            </a:extLst>
          </p:cNvPr>
          <p:cNvSpPr txBox="1">
            <a:spLocks/>
          </p:cNvSpPr>
          <p:nvPr/>
        </p:nvSpPr>
        <p:spPr>
          <a:xfrm>
            <a:off x="3760876" y="4506901"/>
            <a:ext cx="1259840" cy="582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i="1" dirty="0">
                <a:solidFill>
                  <a:srgbClr val="00B050"/>
                </a:solidFill>
              </a:rPr>
              <a:t>false</a:t>
            </a:r>
            <a:endParaRPr lang="en-GB" sz="3600" b="1" i="1" dirty="0">
              <a:solidFill>
                <a:srgbClr val="00B05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774274-ADA2-4432-91EA-ED7B1B6070C6}"/>
              </a:ext>
            </a:extLst>
          </p:cNvPr>
          <p:cNvCxnSpPr>
            <a:cxnSpLocks/>
          </p:cNvCxnSpPr>
          <p:nvPr/>
        </p:nvCxnSpPr>
        <p:spPr>
          <a:xfrm>
            <a:off x="1774648" y="3007057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19DEA4-AC81-487E-A1DC-3D8DC376E951}"/>
              </a:ext>
            </a:extLst>
          </p:cNvPr>
          <p:cNvCxnSpPr>
            <a:cxnSpLocks/>
          </p:cNvCxnSpPr>
          <p:nvPr/>
        </p:nvCxnSpPr>
        <p:spPr>
          <a:xfrm>
            <a:off x="3078480" y="3007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A547AD-437E-4535-AE0F-4BA17DBAB3AC}"/>
              </a:ext>
            </a:extLst>
          </p:cNvPr>
          <p:cNvCxnSpPr>
            <a:cxnSpLocks/>
          </p:cNvCxnSpPr>
          <p:nvPr/>
        </p:nvCxnSpPr>
        <p:spPr>
          <a:xfrm>
            <a:off x="1583284" y="5069234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891CCE-FFF0-4FA3-8D7D-8D43D7DE61C9}"/>
              </a:ext>
            </a:extLst>
          </p:cNvPr>
          <p:cNvCxnSpPr>
            <a:cxnSpLocks/>
          </p:cNvCxnSpPr>
          <p:nvPr/>
        </p:nvCxnSpPr>
        <p:spPr>
          <a:xfrm>
            <a:off x="2905760" y="5069234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C705AE-1A79-44E8-BC25-DB374F589F12}"/>
              </a:ext>
            </a:extLst>
          </p:cNvPr>
          <p:cNvCxnSpPr>
            <a:cxnSpLocks/>
          </p:cNvCxnSpPr>
          <p:nvPr/>
        </p:nvCxnSpPr>
        <p:spPr>
          <a:xfrm>
            <a:off x="6227766" y="1041568"/>
            <a:ext cx="52832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07644A-FCE6-4DD5-80AA-FC76A34CE94A}"/>
              </a:ext>
            </a:extLst>
          </p:cNvPr>
          <p:cNvCxnSpPr>
            <a:cxnSpLocks/>
          </p:cNvCxnSpPr>
          <p:nvPr/>
        </p:nvCxnSpPr>
        <p:spPr>
          <a:xfrm>
            <a:off x="6227766" y="1483057"/>
            <a:ext cx="5283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9813C64-9D27-49C9-BEF3-CB29788431A1}"/>
              </a:ext>
            </a:extLst>
          </p:cNvPr>
          <p:cNvSpPr txBox="1">
            <a:spLocks/>
          </p:cNvSpPr>
          <p:nvPr/>
        </p:nvSpPr>
        <p:spPr>
          <a:xfrm>
            <a:off x="6969760" y="802649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Left hand value</a:t>
            </a:r>
            <a:endParaRPr lang="en-GB" sz="320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FA8BD2B-7ED9-46EF-9CFA-4487C7FF4B3D}"/>
              </a:ext>
            </a:extLst>
          </p:cNvPr>
          <p:cNvSpPr txBox="1">
            <a:spLocks/>
          </p:cNvSpPr>
          <p:nvPr/>
        </p:nvSpPr>
        <p:spPr>
          <a:xfrm>
            <a:off x="6969760" y="1321135"/>
            <a:ext cx="393192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Right hand value</a:t>
            </a:r>
            <a:endParaRPr lang="en-GB" sz="32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AA505FB-7F18-4202-AC19-18BBFAB6F720}"/>
              </a:ext>
            </a:extLst>
          </p:cNvPr>
          <p:cNvSpPr txBox="1">
            <a:spLocks/>
          </p:cNvSpPr>
          <p:nvPr/>
        </p:nvSpPr>
        <p:spPr>
          <a:xfrm>
            <a:off x="7464252" y="4216976"/>
            <a:ext cx="1730548" cy="1162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solidFill>
                  <a:srgbClr val="00B0F0"/>
                </a:solidFill>
              </a:rPr>
              <a:t>==</a:t>
            </a:r>
            <a:endParaRPr lang="en-GB" sz="7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21144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289</Words>
  <Application>Microsoft Office PowerPoint</Application>
  <PresentationFormat>Widescreen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Python First Lesson II</vt:lpstr>
      <vt:lpstr>Comparison Operators</vt:lpstr>
      <vt:lpstr>Comparison Operators</vt:lpstr>
      <vt:lpstr>Comparison Operators</vt:lpstr>
      <vt:lpstr>Comparison Operators</vt:lpstr>
      <vt:lpstr>Comparison Operators</vt:lpstr>
      <vt:lpstr>Comparison Operators</vt:lpstr>
      <vt:lpstr>Comparison Operators</vt:lpstr>
      <vt:lpstr>Comparison Operators</vt:lpstr>
      <vt:lpstr>Comparison Operators</vt:lpstr>
      <vt:lpstr>Comparison Operators</vt:lpstr>
      <vt:lpstr>Comparison Operators</vt:lpstr>
      <vt:lpstr>Comparison Operators</vt:lpstr>
      <vt:lpstr>Comparison Operators</vt:lpstr>
      <vt:lpstr>Comparison Operators</vt:lpstr>
      <vt:lpstr>Comparison Operators</vt:lpstr>
      <vt:lpstr>Comparison Operators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First Lesson II</dc:title>
  <dc:creator>MDO TEACHER2</dc:creator>
  <cp:lastModifiedBy>MDO TEACHER2</cp:lastModifiedBy>
  <cp:revision>7</cp:revision>
  <dcterms:created xsi:type="dcterms:W3CDTF">2026-07-21T07:13:25Z</dcterms:created>
  <dcterms:modified xsi:type="dcterms:W3CDTF">2026-07-21T09:43:59Z</dcterms:modified>
</cp:coreProperties>
</file>